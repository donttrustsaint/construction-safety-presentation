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67" r:id="rId3"/>
    <p:sldId id="259" r:id="rId4"/>
    <p:sldId id="266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4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302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525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72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86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09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5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8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71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84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227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3FD83-0AED-75A6-531A-BB136BF72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117" y="952500"/>
            <a:ext cx="4278600" cy="3524250"/>
          </a:xfrm>
        </p:spPr>
        <p:txBody>
          <a:bodyPr>
            <a:normAutofit fontScale="90000"/>
          </a:bodyPr>
          <a:lstStyle/>
          <a:p>
            <a:r>
              <a:rPr lang="en-US" sz="6000" dirty="0"/>
              <a:t>Fall Protection in Construction</a:t>
            </a:r>
            <a:endParaRPr lang="en-US" sz="5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2A1E5C-BF09-8857-B0B9-8AB0CFB23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118" y="5374291"/>
            <a:ext cx="4057882" cy="972532"/>
          </a:xfrm>
        </p:spPr>
        <p:txBody>
          <a:bodyPr anchor="t">
            <a:normAutofit/>
          </a:bodyPr>
          <a:lstStyle/>
          <a:p>
            <a:r>
              <a:rPr lang="en-US" dirty="0"/>
              <a:t>Brandon Cabrera</a:t>
            </a:r>
          </a:p>
          <a:p>
            <a:r>
              <a:rPr lang="en-US" dirty="0"/>
              <a:t>CSTR 014 F</a:t>
            </a:r>
          </a:p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7DE0D587-E849-5E31-BEB5-DE098E2BB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47" r="22076" b="2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104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6818-67E1-00E9-2274-C6092F8EB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Fall Protection Matters &amp; Construction Fall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410FB-C5B1-6BDB-FC9A-12568DE4CE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Leading cause of construction deaths</a:t>
            </a:r>
          </a:p>
          <a:p>
            <a:r>
              <a:rPr lang="en-US" dirty="0"/>
              <a:t>Preventable accidents</a:t>
            </a:r>
          </a:p>
          <a:p>
            <a:r>
              <a:rPr lang="en-US" dirty="0"/>
              <a:t>Importance of safety culture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FF949-7F7D-D6B5-DA3C-5710251024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57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E9A6E-3C20-67C8-D96B-8FE497D6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Fall Hazards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290D2-9AB2-03F8-93FF-8E4ED1C6E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8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46C4C-6C61-8DC3-CA7B-571A55BCD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OSHA Requirements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F2408E-215F-51E7-14C9-F5805F63AE3F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6C335-5645-101E-BB55-1FC55590D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48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C72F4-CCFE-1C4B-E3E4-21C76C7B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 Protection Equipment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39F88-1B32-3529-8848-420F9D69E62F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B0EE9-3047-8090-86EE-9520E8EA9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6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2618B-15F7-799C-9C06-CB1FE012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Worker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CE7F8-C5DC-54BD-48CA-5BCC8F9B5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11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C86B-6364-2536-B64C-D8475780B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Example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037FF-D5B3-7C36-58ED-A31B06DF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8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D7EC9-7F0F-E19D-CBE2-45477F989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Contractors Prevent Falls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DB2E1-A927-B397-3EC4-1BA7FF195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1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AAFE-2DD0-6DF9-E605-9E944962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F7F88-1C4A-3441-DB2F-6EF1013B8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6454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46</Words>
  <Application>Microsoft Macintosh PowerPoint</Application>
  <PresentationFormat>Widescreen</PresentationFormat>
  <Paragraphs>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Grandview Display</vt:lpstr>
      <vt:lpstr>DashVTI</vt:lpstr>
      <vt:lpstr>Fall Protection in Construction</vt:lpstr>
      <vt:lpstr>Why Fall Protection Matters &amp; Construction Fall Statistics</vt:lpstr>
      <vt:lpstr>Common Fall Hazards</vt:lpstr>
      <vt:lpstr>OSHA Requirements</vt:lpstr>
      <vt:lpstr>Fall Protection Equipment</vt:lpstr>
      <vt:lpstr>Worker Training</vt:lpstr>
      <vt:lpstr>Real Example Case</vt:lpstr>
      <vt:lpstr>How Contractors Prevent Falls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01928704</dc:creator>
  <cp:lastModifiedBy>01928704</cp:lastModifiedBy>
  <cp:revision>1</cp:revision>
  <dcterms:created xsi:type="dcterms:W3CDTF">2026-03-11T04:46:22Z</dcterms:created>
  <dcterms:modified xsi:type="dcterms:W3CDTF">2026-03-11T05:01:39Z</dcterms:modified>
</cp:coreProperties>
</file>